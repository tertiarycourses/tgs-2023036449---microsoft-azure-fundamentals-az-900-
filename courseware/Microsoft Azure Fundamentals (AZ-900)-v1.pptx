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143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Arial"/>
              </a:rPr>
              <a:t>Microsoft Azure Fundamentals (AZ-900)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TGS-2023036449 | Hands-On Labs |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598932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Copyright Notice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Copyright 2026 Tertiary Infotech Academy Pte Ltd.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Materials are for enrolled learners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 not redistribute assessment or trainer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Tertiary Infotech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WSQ course provider delivering ICT and business technology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UEN: 201200696W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Training format: instructor-led, hands-on, assessment-ready.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Scan SSG digital attendance at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Minimum 75% attendance is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Domain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Cloud concepts, portal and shell basics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Domain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4-11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Azure architecture and core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Domain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12-16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Management and governance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AZ-900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Hands-on readiness for fundamentals topics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Learning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Azure Portal: https://portal.azure.com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Azure Cloud Shell: https://shell.azure.com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Official AZ-900 study guide and Microsoft Learn references.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Take the Online AZ-900 Practice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Reinforce AZ-900 domains with realistic, exam-style questions before assessment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7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Use practice sets to test cloud concepts, Azure services, governance, cost and monitoring.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5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389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Access and practise 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46634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715000" cy="4279392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965960"/>
            <a:ext cx="228600" cy="228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93392"/>
            <a:ext cx="146304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8686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Practice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93392"/>
            <a:ext cx="685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920240"/>
            <a:ext cx="530352" cy="21945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975104"/>
            <a:ext cx="411480" cy="7315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42032"/>
            <a:ext cx="438912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Arial"/>
              </a:rPr>
              <a:t>Microsoft Azure Fundamentals (AZ-900) Practice Exams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48456"/>
            <a:ext cx="80467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AZ-900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648456"/>
            <a:ext cx="80467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Class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48456"/>
            <a:ext cx="80467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21240" y="283464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971800"/>
            <a:ext cx="868680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20" b="1">
                <a:solidFill>
                  <a:srgbClr val="4B5563"/>
                </a:solidFill>
                <a:latin typeface="Arial"/>
              </a:rPr>
              <a:t>PRACTICE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186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50" b="0">
                <a:solidFill>
                  <a:srgbClr val="111827"/>
                </a:solidFill>
                <a:latin typeface="Arial"/>
              </a:rPr>
              <a:t>Exam code  AZ-900
Use        Review
Domains   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Lesson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1: Labs 1-8 - portal, Cloud Shell, regions, compute, app service, containers and networking.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2: Labs 9-16 - storage, SQL, Entra ID, RBAC, tags, locks, policy, cost and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All lab work reuses the resource group rg-az900-labs unless the lab cleanup says otherwise.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Resource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19202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Tags / RBAC / Policy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9204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6092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rial"/>
              </a:rPr>
              <a:t>The labs repeatedly use this hierarchy: sign in to the tenant, work inside a subscription, place resources in rg-az900-labs, then govern them with tags, RBAC, locks, policy, cost controls and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Azure Lab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Portal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Navigate and create rg-az900-labs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Cloud Shell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Run CLI and PowerShell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Services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Build compute, network, data and identity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Govern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Apply RBAC, policy, cost and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slide deck, Learner Guide and Lesson Plan follow this same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Compute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VMs, App Service and containers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Regions, zones and VNet testing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Data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Storage blobs and Azure SQL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Identity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Entra ID, groups and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Service groups in the diagram map directly to Labs 4-12 and the AZ-900 service domain.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Management and Governance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Organise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Resource groups and tags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Secure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IAM and RBAC roles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Control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Locks and Azure Policy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Optimise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Budgets, Advisor and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Day 2 labs turn resources into governed cloud assets through identity, access, policy and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Cost and Monitoring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Estimate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Pricing and TCO calculators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Budget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Create spend alerts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Observe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Advisor, Service Health and Monitor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Clean Up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Delete resources after labs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Cost estimation, budgets, Advisor, Service Health, Monitor and cleanup are handled as one operating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AZ-900 Domain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Domain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25-30%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Cloud concepts - Labs 1-3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Domain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35-40%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Architecture and services - Labs 4-11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Domain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30-35%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Management and governance - Labs 12-16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PPT, LG and LP follow the lab 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AZ-900 Domain Weight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Exam 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828800"/>
            <a:ext cx="2514600" cy="65836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39112"/>
            <a:ext cx="2331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Practice 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87168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Cloud Concepts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487168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25-30%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487168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1-3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487168"/>
            <a:ext cx="2514600" cy="658368"/>
          </a:xfrm>
          <a:prstGeom prst="rect">
            <a:avLst/>
          </a:prstGeom>
          <a:solidFill>
            <a:srgbClr val="FDE68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706624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Moderate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145536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Architecture &amp;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145536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35-40%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145536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4-11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3145536"/>
            <a:ext cx="2514600" cy="65836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364991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803904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Management &amp; Governance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803904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30-35%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803904"/>
            <a:ext cx="2514600" cy="65836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12-16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3803904"/>
            <a:ext cx="2514600" cy="65836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4023360"/>
            <a:ext cx="23317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74920"/>
            <a:ext cx="10058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This matrix mirrors the CySA+ risk-matrix layout, adapted to AZ-900 domain coverage and lab priorities.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Shared Responsibility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91640"/>
            <a:ext cx="9875520" cy="58521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65376"/>
            <a:ext cx="941832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User / Identity /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313432"/>
            <a:ext cx="8869680" cy="5852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87168"/>
            <a:ext cx="84124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Application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35224"/>
            <a:ext cx="7863840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108960"/>
            <a:ext cx="7406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Operating System / Network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557016"/>
            <a:ext cx="685800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30752"/>
            <a:ext cx="640080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Azure Platform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178808"/>
            <a:ext cx="5852160" cy="58521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52544"/>
            <a:ext cx="539496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Physical Datacenter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Learners configure the top layers in the labs; Microsoft operates the lower platform and physical layers.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Tour the Azure Portal and Create Your First Resource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Describe cloud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take a guided tour of the Azure portal - the web-based console you will use throughout this course - and create the resource group `rg-az900-labs` that hosts every resource you build...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labs/lab-01-azure-portal-tour.md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Sign in to the Azure portal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Explore the portal menu and...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Use the global search bar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Explore the top toolbar icons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Sign in to the Azure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Explore the portal menu and global navigation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Use the global search bar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Explore the top toolbar icons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Customise portal 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View and edit your dashboard, and pin a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Keep rg-az900-labs - it is reused by every lab in this course and is only deleted at the end of the course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A resource group with no resources in it costs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Optional: if you added extra dashboard tiles you don't want, open Dashboard → Edit, remove them and Save.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navigate the Azure portal: portal menu, global search, All services, notifications and Cloud Shell icons.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Get Started with Azure Cloud Shell (CLI and PowerShell)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Describe cloud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open Azure Cloud Shell - a browser-based terminal with the Azure CLI and Azure PowerShell pre-installed and pre-authenticated - and use it to inspect your subscription, manage the `rg-...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labs/lab-02-cloud-shell-cli.md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Open Cloud Shell and choose Bash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Complete the first-run storage...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Inspect your account with the...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List resource groups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Open Cloud Shell and choose Bash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Complete the first-run storage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Inspect your account with the Azure CLI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List resource groups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the resource group with the CLI (idempotent)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(Optional) Try interactive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Keep everything: - rg-az900-labs is reused by all later labs - do not delete it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The Cloud Shell storage account is tiny  and costs only cents per month; keep it for the rest of the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If you ever want to remove it after the course, delete the resource group named like cloud-shell-storage-southeastasia.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Remove only the scratch file if you like: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Explore Regions, Region Pairs and Availability Zones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Describe cloud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explore Azure's global infrastructure - regions, region pairs and availability zones - using the CLI, Microsoft's interactive datacenter map, and a latency test tool, and you reason...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labs/lab-03-regions-availability-zones.md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List all Azure regions with...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Explore the global...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Identify Southeast Asia's...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Check which VM SKUs support...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List all Azure regions with the CLI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Explore the global infrastructure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Identify Southeast Asia's paired region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Check which VM SKUs support availability zones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See zones in the portal VM creation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Test your latency to Azure regions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Nothing was created in this lab - the VM wizard was cancelled before deployment, and CLI commands were read-only.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rg-az900-labs remains untouched and is reused in Lab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to list Azure regions and their paired regions with az account list-locations and JMESPath queries.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The hierarchy geography → region → availability zone, and that Southeast Asia  pairs with East Asia 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Create a Windows Virtual Machine in the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Describe Azure architecture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deploy a Windows Server 2022 virtual machine through the portal, connect to it over RDP, install the IIS web server, expose it on port 80 through a network security group rule, and then...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labs/lab-04-windows-vm-portal.md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Start the Create VM wizard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Set credentials and inbound 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Review the remaining tabs,...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Watch the deployment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Start the Create VM wizard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Set credentials and inbound 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Review the remaining tabs, then create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Watch the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Connect via RDP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Install IIS with PowerShell inside the 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When you no longer need it: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Open Virtual machines → vm-az900-win01 → Delete.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In the delete pane, tick the checkboxes to also delete the OS disk, Network interface and Public IP address, then confirm.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Do not delete the resource group rg-az900-labs - it is reused by every remaining lab 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Create a Linux VM with the Azure CLI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Describe Azure architecture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provision an Ubuntu virtual machine entirely from the command line, open a port, SSH in, install the NGINX web server, check its power state, and cleanly delete it - experiencing the CLI...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labs/lab-05-linux-vm-cli.md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Ensure the resource group exists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the Linux VM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Open port 80 for web traffic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Get the VM's IP addresses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Ensure the resource group exists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the Linux VM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Open port 80 for web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Get the VM's IP addresses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SSH into the VM from Cloud Shell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Install NGINX inside the 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Steps 8-9 already deallocated and deleted the VM and its attached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Verify nothing billable is left: Only resources from other labs (e.g.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Lab 4's VM and VNet, if you kept them) should remain.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Keep the resource group rg-az900-labs - it is reused by the remaining labs and deleted only in Lab 16.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Create a Web App with Azure App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Describe Azure architecture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create a fully managed web app on Azure App Service, deploy a simple HTML page to it with a single CLI command, and explore the scaling options that PaaS gives you without touching a...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labs/lab-06-app-service-webapp.md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the resource group (if...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the Web 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Browse the default placeholder...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Open Cloud Shell and create a...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the resource group (if it doesn't exist)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the Web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Browse the default placeholder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Open Cloud Shell and create a simple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Zip and deploy the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Verify the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Keep the resource group rg-az900-labs - it is reused until Lab 16.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Delete only this lab's resources: Or in the portal: open rg-az900-labs, tick the web app and the App Service plan, click Delete and confirm.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App Service is PaaS: Azure manages the OS, web server, patching, and TLS - you manage only your code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An App Service plan defines the compute  that one or more web apps run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Deploy a Container with Azure Container Instances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Describe Azure architecture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run a public Docker container image on Azure Container Instances (ACI) with a single command, browse the running app on a public URL, and inspect its logs - all without provisioning any...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labs/lab-07-container-instances.md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Open Cloud Shell and ensure...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the container instance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Get the public FQDN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Browse the running container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Open Cloud Shell and ensure the resource group exists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the container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Get the public FQDN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Browse the running container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View the container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Restart the container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Step 8 already removed the only resource this lab created.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Verify nothing is left: The output should be empty.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Keep the resource group rg-az900-labs itself - it is reused until Lab 16.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Azure Container Instances runs containers on demand with no VMs or orchestrator to manage - the fastest way to run a container in Azure.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Create a Virtual Network and Test Private Connectivity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Describe Azure architecture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build a virtual network with two subnets, place a "web" VM with a public IP in one and a "db" VM with no public IP in the other, then prove the two can talk privately over the VNet. This...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labs/lab-08-virtual-network.md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Ensure the resource group exists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the virtual network and...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Inspect the VNet in the portal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the web VM (with public...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Ensure the resource group exists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the virtual network and subnets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Inspect the VNet in the portal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the web VM (with public IP)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the db VM (NO public IP)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SSH to the web 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Delete both VMs, their NICs/disks/IPs, and the VNet (keep resource group `rg-az900-labs` - it is reused...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An Azure Virtual Network is your private IP space in the cloud; subnets segment it by tier or workload.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VMs in different subnets of the same VNet communicate automatically over private IPs - no extra routing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A VM  without a public IP is unreachable from the internet - a fundamental security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9 - Create a Storage Account and Work with Blob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Describe Azure architecture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create a general-purpose storage account, upload a blob, switch its access tier, and share it securely with a time-limited SAS URL - then list the same blobs from the CLI. This maps to...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labs/lab-09-storage-blobs.md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the storage account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a private blob container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Upload a file via the portal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Change the blob's access tier...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9 -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the storage 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a private blob 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Upload a file via the portal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Change the blob's access tier Hot → Cool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Try to open the blob URL anonymously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Generate a SAS URL and open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9 -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The storage account costs almost nothing while nearly empty, so you may keep it - it will be removed with rg-az900-labs in Lab 16.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To delete it now instead: Keep the resource group rg-az900-labs itself - it is reused until Lab 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A storage account is a globally-unique namespace hosting Blobs, Files, Queues, and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Access tiers  trade storage cost against access cost for infrequently used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10 - Create an Azure SQL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Describe Azure architecture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deploy a fully managed Azure SQL Database preloaded with the AdventureWorksLT sample data and query it directly from the browser - no database server to install, patch, or back up. This...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labs/lab-10-azure-sql.md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Start the SQL Database wizard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a new logical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Choose a cheap compute +...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Configure networking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10 -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Start the SQL Database wizard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a new logical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Choose a cheap compute + storage 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Configure networking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Load sample data and create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Query the database from the browser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10 -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Delete the database and the logical server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In Cloud Shell: Or in the portal: open rg-az900-labs, tick db-az900 and the SQL server, click Delete.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Basic tier bills daily, so don't leave it running.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Azure SQL Database is a PaaS relational database: Microsoft manages the OS, patching, high availability, and automated backups.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11 - Explore Microsoft Entra ID: Users and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Describe Azure architecture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explore your tenant in Microsoft Entra ID (formerly Azure AD), create a user and a security group, and sign in as that user to see what "authenticated but not authorised" looks like....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labs/lab-11-entra-id.md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WARNING: use your own tenant,...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Open Microsoft Entra ID and...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 new user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security group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11 -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WARNING: use your own tenant, not your company's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Open Microsoft Entra ID and note your tenant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 new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security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Add the user to the group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Sign in as the new 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Keep the user az900.learner and the group grp-az900-learners - Lab 12  reuses them. They cost nothing.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the resource group rg-az900-labs - it is reused until Lab 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Microsoft Entra ID is Azure's cloud identity service; every subscription trusts one tenant, identified by a primary domain and tenant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Users are identities; security groups  are the unit you should manage access with.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12 - Manage Access with Azure RBAC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Describe Azure management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explore Azure role-based access control (RBAC) on the `rg-az900-labs` resource group: you inspect built-in roles, assign the **Reader** role to the Lab 11 user `az900.learner`, prove...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labs/lab-12-rbac.md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Open Access control (IAM) on...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View existing role assignments...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Compare Reader, Contributor...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Assign the Reader role to...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12 -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Open Access control (IAM) on the 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View existing role assignments and scope inheritance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Compare Reader, Contributor and Owner role definitions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Assign the Reader role to az900.learner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Test the assignment as az900.learner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Prove that Reader blocks create and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Confirm the Reader assignment for az900.learner on rg-az900-labs is removed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No resources were created in this lab, so nothing else to delete.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Keep rg-az900-labs, the Lab 11 user and group - later labs still use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Reader, Contributor and Owner are the core built-in roles; only Owner can manage access for others.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13 - Apply Resource Tags and Resource 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Describe Azure management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organise resources with tags (for ownership, environment and cost reporting) and protect them with resource locks that block accidental deletion - two core Azure governance tools. This...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labs/lab-13-tags-locks.md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Add tags to the resource group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Confirm tags are NOT inherited...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Tag an individual resource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Filter All resources by tag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13 -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Add tags to the 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Confirm tags are NOT inherited by resources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Tag an individual resource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Filter All resources by tag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Manage tags with the Azure CLI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Add a Delete (CanNotDelete) lock on the resource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Ensure the lock lock-az900-nodelete is deleted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Leave the tags in place - they cost nothing and Lab 15 uses them when grouping costs.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Keep rg-az900-labs and the storage account for the remaining labs.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Resource-group tags are not inherited by child resources by default 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14 - Enforce Standards with Azure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Describe Azure management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use Azure Policy to enforce an organisational standard - restricting which regions resources may be deployed to - and watch a non-compliant deployment get denied at creation time, even...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labs/lab-14-azure-policy.md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Open the Policy service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Browse built-in policy...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Assign "Allowed locations" to...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Wait for the assignment to...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14 -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Open the Policy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Browse built-in policy definitions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Assign "Allowed locations" to rg-az900-labs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Wait for the assignment to take effect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Attempt a non-compliant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View the Compliance blade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Confirm the Allowed locations assignment is deleted  - the built-in *definition* stays, only your *assignment* is removed.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No resources were created , so nothing else to delete.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Keep rg-az900-labs for the remaining labs.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Azure Policy enforces organisational standards  and continuously assesses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15 - Estimate and Control Costs: Pricing Calculator, TCO and Budgets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Describe Azure management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estimate the price of a workload with the Azure Pricing Calculator, compare on-premises versus Azure costs with the TCO Calculator, and then control real spend with Cost analysis and a...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labs/lab-15-cost-management.md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Part A: Open the Pricing...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Add a Storage account to the...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Compare Pay-as-you-go with...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Export or share the estimate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15 -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Part A: Open the Pricing Calculator and add a Virtual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Add a Storage account to the estimate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Compare Pay-as-you-go with savings plans and reservations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Export or share the estimate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Part B: Model an on-premises workload in the TCO Calculator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View the 5-year TCO comparison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In Cost Management &gt; Budgets, you may keep budget-az900  - or select it, click the ... menu and Delete it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and its resources - Lab 16 performs the final course clean-up.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Cost is driven by resource type/size, consumption, region, commitment model  and network egress.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Reservations and savings plans trade a 1-3 year commitment for significant discounts on steady workloads.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16 - Monitor Your Environment: Advisor, Service Health and Azure Monitor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Describe Azure management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final lab you tour Azure's monitoring stack: Azure Advisor's recommendation categories, Service Health alerts for platform incidents, and Azure Monitor's Metrics and Activity log - then you...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labs/lab-16-monitoring.md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Review Azure Advisor...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Download the Advisor...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Explore Service Health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an action group for...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16 -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Review Azure Advisor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Download the Advisor recommendations 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Explore Service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an action group for 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Finish creating the Service Health alert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Chart a metric in Azure 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All course clean-up was performed in Steps 9-12: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Deleted Service Health alert rule alert-servicehealth-sea and action group ag-az900-email.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Removed any remaining resource lock, then deleted resource group rg-az900-labs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Deleted Entra ID user az900.learner and group grp-az900-learners 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Wrap-Up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created and governed common Azure resources through the portal and Cloud 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practised cost, security and monitoring fundamentals that map directly to AZ-900.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remaining resources in Lab 16 to avoid ongoing Azure charges.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Fundamentals (AZ-900) | TGS-2023036449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